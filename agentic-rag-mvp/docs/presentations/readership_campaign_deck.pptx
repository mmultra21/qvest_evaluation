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summary of campaign goals and expected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architecture: data -&gt; model/rules -&gt; UI -&gt;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Assumes librarian has access to historical data and evaluation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Criteria mix of automated signals and librarian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Incentives encourage participation; track progress centrally.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MVP focused; mark advanced features for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baseline and success thresholds before campaign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Progressive approach reduces risk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assumes small team (1-2 devs + librarian + product owner).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conservative cost band; refine after architecture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Pilot-first reduces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asks to stakeholders to get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Readership Campaign: Increase Student Reading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 case, workflow, criteria, incentives, and scaling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Increase Student Readership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case: increase book readership among students through librarian recommendations and student visibility</a:t>
            </a:r>
          </a:p>
          <a:p>
            <a:pPr lvl="1"/>
            <a:r>
              <a:t>Goal: boost engagement, measure impact, and identify top readers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Librarian curates recommendations using historical data and an evaluation tool</a:t>
            </a:r>
          </a:p>
          <a:p>
            <a:pPr lvl="1"/>
            <a:r>
              <a:t>Students see personalized recommendations and can opt in to campaigns</a:t>
            </a:r>
          </a:p>
          <a:p>
            <a:pPr lvl="1"/>
            <a:r>
              <a:t>Lightweight web UI + backend recommendation engine; optional Gradio proof-of-concept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(Librarian &amp; Student)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Librarian uploads or selects historical circulation &amp; interaction data</a:t>
            </a:r>
          </a:p>
          <a:p>
            <a:pPr lvl="1"/>
            <a:r>
              <a:t>2) System analyzes historical signals (ratings, checkouts, reading time) to surface candidates</a:t>
            </a:r>
          </a:p>
          <a:p>
            <a:pPr lvl="1"/>
            <a:r>
              <a:t>3) Librarian reviews, evaluates, and tags recommendations</a:t>
            </a:r>
          </a:p>
          <a:p>
            <a:pPr lvl="1"/>
            <a:r>
              <a:t>4) Student receives visible librarian recommendations in UI; can accept/ignore or rate</a:t>
            </a:r>
          </a:p>
          <a:p>
            <a:pPr lvl="1"/>
            <a:r>
              <a:t>5) Feedback is stored for continuous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popularity among similar students (cohort affinity)</a:t>
            </a:r>
          </a:p>
          <a:p>
            <a:pPr lvl="1"/>
            <a:r>
              <a:t>Relevance to student interests and reading level</a:t>
            </a:r>
          </a:p>
          <a:p>
            <a:pPr lvl="1"/>
            <a:r>
              <a:t>Freshness (new releases) vs. long-tail gems balance</a:t>
            </a:r>
          </a:p>
          <a:p>
            <a:pPr lvl="1"/>
            <a:r>
              <a:t>Diversity and inclusive representation</a:t>
            </a:r>
          </a:p>
          <a:p>
            <a:pPr lvl="1"/>
            <a:r>
              <a:t>Librarian's expert tags and manual overrides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Mechanics &amp; Incentives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reading challenge with a prize for 'Top Reader of the Week'</a:t>
            </a:r>
          </a:p>
          <a:p>
            <a:pPr lvl="1"/>
            <a:r>
              <a:t>Track completed readings, time spent, reviews/ratings</a:t>
            </a:r>
          </a:p>
          <a:p>
            <a:pPr lvl="1"/>
            <a:r>
              <a:t>Badging and progress indicators visible in student profile</a:t>
            </a:r>
          </a:p>
          <a:p>
            <a:pPr lvl="1"/>
            <a:r>
              <a:t>Email/dashboards for librarian showing campaign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Out-of-Scope for MVP (can be added later)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metric generation and long-term student success modeling</a:t>
            </a:r>
          </a:p>
          <a:p>
            <a:pPr lvl="1"/>
            <a:r>
              <a:t>Full analytics dashboards and BI integrations</a:t>
            </a:r>
          </a:p>
          <a:p>
            <a:pPr lvl="1"/>
            <a:r>
              <a:t>Complex A/B experimentation infrastructure</a:t>
            </a:r>
          </a:p>
          <a:p>
            <a:pPr lvl="1"/>
            <a:r>
              <a:t>Automated content generation beyond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Adoption: % of students who view and interact with recommendations</a:t>
            </a:r>
          </a:p>
          <a:p>
            <a:pPr lvl="1"/>
            <a:r>
              <a:t>Engagement: books read, time spent, ratings submitted</a:t>
            </a:r>
          </a:p>
          <a:p>
            <a:pPr lvl="1"/>
            <a:r>
              <a:t>Campaign success: delta in readership vs baseline</a:t>
            </a:r>
          </a:p>
          <a:p>
            <a:pPr lvl="1"/>
            <a:r>
              <a:t>Top reader leaderboard and weekly prize delivery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Plan (if approved)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(MVP): single-region deployment, minimal infra, run on a single VM or managed instance</a:t>
            </a:r>
          </a:p>
          <a:p>
            <a:pPr lvl="1"/>
            <a:r>
              <a:t>Phase 2: containerize (Docker), add CI/CD, autoscaling backend on AWS ECS/EKS or GCP GKE</a:t>
            </a:r>
          </a:p>
          <a:p>
            <a:pPr lvl="1"/>
            <a:r>
              <a:t>Phase 3: multi-region, production-grade monitoring, managed DB (RDS/Cloud SQL), CDN for static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Timeline &amp;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0-2: Requirements, data access, prototype UI (Gradio or simple Flask/Streamlit)</a:t>
            </a:r>
          </a:p>
          <a:p>
            <a:pPr lvl="1"/>
            <a:r>
              <a:t>Weeks 3-5: Build recommendation engine and librarian evaluation UI</a:t>
            </a:r>
          </a:p>
          <a:p>
            <a:pPr lvl="1"/>
            <a:r>
              <a:t>Weeks 6-8: Integrate student UI, telemetry, and deployment scripts</a:t>
            </a:r>
          </a:p>
          <a:p>
            <a:pPr lvl="1"/>
            <a:r>
              <a:t>Weeks 9-12: Pilot, iterate on feedback, baseline comparisons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Costs (very rough)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MVP (dev work): 2-3 person-months (~$30k-$60k depending on rates)</a:t>
            </a:r>
          </a:p>
          <a:p>
            <a:pPr lvl="1"/>
            <a:r>
              <a:t>Cloud infra (small): $50-$300/month for dev/test; $300-$2k+/month for production depending on scale</a:t>
            </a:r>
          </a:p>
          <a:p>
            <a:pPr lvl="1"/>
            <a:r>
              <a:t>Progressive growth: add managed DB, load balancer, and autoscaling as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with a single librarian cohort and small student group</a:t>
            </a:r>
          </a:p>
          <a:p>
            <a:pPr lvl="1"/>
            <a:r>
              <a:t>Measure metrics, collect qualitative feedback, iterate</a:t>
            </a:r>
          </a:p>
          <a:p>
            <a:pPr lvl="1"/>
            <a:r>
              <a:t>Gradual expansion by school/grade with repeated measurement</a:t>
            </a:r>
          </a:p>
          <a:p>
            <a:pPr lvl="1"/>
            <a:r>
              <a:t>Full production rollout after meeting success thresholds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pilot: provide access to historical circulation data and a librarian partner</a:t>
            </a:r>
          </a:p>
          <a:p>
            <a:pPr lvl="1"/>
            <a:r>
              <a:t>Allocate 4-6 weeks of development resources to deliver MVP</a:t>
            </a:r>
          </a:p>
          <a:p>
            <a:pPr lvl="1"/>
            <a:r>
              <a:t>Define success metrics and prize criteria for top reader incentive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